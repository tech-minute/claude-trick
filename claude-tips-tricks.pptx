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08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39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-27432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28000" b="1" dirty="0">
                <a:solidFill>
                  <a:srgbClr val="C8F135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AI · คู่มือลับ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5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</a:t>
            </a:r>
            <a:endParaRPr lang="en-US" sz="58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5800" b="1" dirty="0">
                <a:solidFill>
                  <a:srgbClr val="C8F1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Tricks</a:t>
            </a:r>
            <a:endParaRPr lang="en-US" sz="58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5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ที่คนไม่รู้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เทคนิคขั้นสูง · ไม่ธรรมดา · ใช้งานจริง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3474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รวมเทคนิคแปลกๆ เจ๋งๆ ที่คนใช้ Claude ตัวยงค้นพบ — ตั้งแต่ prompt engineering ขั้นเทพ ไปจนถึงการใช้งานที่คาดไม่ถึง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4709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 2026 · claude.ai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5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เทคนิคเจ๋งๆ</a:t>
            </a:r>
            <a:endParaRPr lang="en-US" sz="6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ที่คนอื่นทำ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วิธีใช้ Claude ที่แตกต่างจากคนทั่วไป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เทคนิคขั้นสูง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94360"/>
            <a:ext cx="2651760" cy="73152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PROMPTING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035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🪞 ให้ Claude เขียน Prompt ให้ตัวเอง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บอกงานกว้างๆ แล้วขอให้ Claude เขียน prompt ที่ดีที่สุดก่อน แล้วค่อย run นั้น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1A1A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36576" cy="1371600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"เขียน prompt ที่จะทำให้ AI วิเคราะห์ financial statement ได้ดีที่สุด"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594360"/>
            <a:ext cx="2651760" cy="7315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1927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สวม Role เฉพาะทางสุดขีด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1927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ไม่ใช่แค่ "เป็นผู้เชี่ยวชาญ" แต่ระบุให้ละเอียดสุดขีด เช่น CTO ที่เคย scale จาก 0→100M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FF5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200400"/>
            <a:ext cx="36576" cy="13716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battle-hardened SRE who survived 3 major outages at FAANG"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594360"/>
            <a:ext cx="2651760" cy="73152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3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 LOOP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0819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ให้ Claude วิจารณ์งานตัวเอง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0819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หลังได้ output แล้ว ให้บอก 'วิจารณ์สิ่งที่เพิ่งทำ แล้วทำใหม่ให้ดีกว่า 3 จุด'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FF3C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200400"/>
            <a:ext cx="36576" cy="1371600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"Rate your response 1-10, identify 3 weakest parts, then redo it"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เทคนิคขั้นสูง (ต่อ)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94360"/>
            <a:ext cx="2651760" cy="73152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 TAGS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035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ใช้ XML Tags จัด Structure Prompt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context ใน &lt;context&gt; ใส่งานใน &lt;task&gt; ใส่รูปแบบใน &lt;format&gt; Claude อ่านได้แม่นยำขึ้นมาก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C8F1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36576" cy="13716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&lt;context&gt;...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&lt;format&gt;...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594360"/>
            <a:ext cx="2651760" cy="7315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CHAIN-OF-THOUGHT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1927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บังคับให้คิดก่อนตอบ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1927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'Think step by step' ทำให้ Claude ไม่ด่วนสรุป โดยเฉพาะโจทย์ logic หรือ math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FF5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200400"/>
            <a:ext cx="36576" cy="13716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"Think in &lt;thinking&gt; tags,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answer in &lt;answer&gt; tags"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594360"/>
            <a:ext cx="2651760" cy="73152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0819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ควบคุม Format ด้วยตัวอย่าง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0819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ให้ตัวอย่าง input/output 2-3 ชิ้นก่อน Claude จะ pattern-match ได้เป๊ะกว่าการอธิบาย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1A1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200400"/>
            <a:ext cx="36576" cy="1371600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"Apple" → "🍎 Apple (fruit)"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"Tesla" → ?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เทคนิคขั้นสูง (ต่อ)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94360"/>
            <a:ext cx="2651760" cy="73152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3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STEELMAN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035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 smtClean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ฝ่ายต</a:t>
            </a:r>
            <a:r>
              <a:rPr lang="en-US" sz="1350" b="1" dirty="0" err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รงข้าม</a:t>
            </a: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ที่แข็งแกร่งที่สุด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แทนถามว่า 'ข้อเสียคืออะไร' ให้ถาม 'steelman argument ที่แข็งแกร่งที่สุดที่คัดค้านไอเดียนี้'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FF3C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36576" cy="1371600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the strongest steelman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against [your idea]"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594360"/>
            <a:ext cx="2651760" cy="73152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FORCING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1927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ใส่ข้อจำกัดบ้าๆ เพื่อ Creativity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1927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'อธิบายเหมือนเด็ก 10 ขวบ' หรือ 'ใน tweet เดียว' หรือ 'ห้ามใช้คำว่า AI' ได้ output ที่ clear ขึ้น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C8F1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200400"/>
            <a:ext cx="36576" cy="13716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using only words 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5-year-old knows. No jargon."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594360"/>
            <a:ext cx="2651760" cy="425196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594360"/>
            <a:ext cx="2651760" cy="73152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777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RUBBER DUCK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08192" y="1078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ใช้ Claude เป็น คนฟัง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08192" y="1993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แทนถามวิธีแก้ ให้บอก 'อย่าเพิ่งช่วย แค่ถามคำถามที่ทำให้ฉันคิดต่อ' — มักแก้ได้เอง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468880" cy="1371600"/>
          </a:xfrm>
          <a:prstGeom prst="rect">
            <a:avLst/>
          </a:prstGeom>
          <a:solidFill>
            <a:srgbClr val="111120"/>
          </a:solidFill>
          <a:ln w="6350">
            <a:solidFill>
              <a:srgbClr val="1A1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200400"/>
            <a:ext cx="36576" cy="1371600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"Don't solve this. Ask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clarifying questions only."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Tips</a:t>
            </a:r>
            <a:endParaRPr lang="en-US" sz="5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ที่คนมักมองข้าม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เทคนิคที่ power users ใช้ทุกวัน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PRO TIPS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685800"/>
          </a:xfrm>
          <a:prstGeom prst="rect">
            <a:avLst/>
          </a:prstGeom>
          <a:solidFill>
            <a:srgbClr val="11111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6928"/>
            <a:ext cx="45720" cy="6858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40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Projects ใส่ System Prompt ถาวร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Project ใส่ Custom Instructions ครั้งเดียว Claude จะจำ context ทุก conversation ไม่ต้องพิมพ์ซ้ำ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0" y="749808"/>
            <a:ext cx="2103120" cy="274320"/>
          </a:xfrm>
          <a:prstGeom prst="rect">
            <a:avLst/>
          </a:prstGeom>
          <a:solidFill>
            <a:srgbClr val="0E0E12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749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 FEATURE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307592"/>
            <a:ext cx="8412480" cy="685800"/>
          </a:xfrm>
          <a:prstGeom prst="rect">
            <a:avLst/>
          </a:prstGeom>
          <a:solidFill>
            <a:srgbClr val="11111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07592"/>
            <a:ext cx="45720" cy="6858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80744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13807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อัปโหลดไฟล์แล้วให้สรุปก่อนถาม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55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PDF แล้วพูดว่า 'summarize in 5 bullets, then wait for my questions' — ประหยัด token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490472"/>
            <a:ext cx="2103120" cy="274320"/>
          </a:xfrm>
          <a:prstGeom prst="rect">
            <a:avLst/>
          </a:prstGeom>
          <a:solidFill>
            <a:srgbClr val="0E0E12"/>
          </a:solidFill>
          <a:ln w="9525">
            <a:solidFill>
              <a:srgbClr val="FF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UPLOAD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048256"/>
            <a:ext cx="8412480" cy="685800"/>
          </a:xfrm>
          <a:prstGeom prst="rect">
            <a:avLst/>
          </a:prstGeom>
          <a:solidFill>
            <a:srgbClr val="11111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048256"/>
            <a:ext cx="45720" cy="685800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21408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 3 versions แทนการ Retry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395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 regenerate ซ้ำๆ ขอ '3 versions: formal, casual, creative' แล้วเลือกหรือ blend เอง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231136"/>
            <a:ext cx="2103120" cy="274320"/>
          </a:xfrm>
          <a:prstGeom prst="rect">
            <a:avLst/>
          </a:prstGeom>
          <a:solidFill>
            <a:srgbClr val="0E0E12"/>
          </a:solidFill>
          <a:ln w="9525">
            <a:solidFill>
              <a:srgbClr val="FF3C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FF3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 TRICK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8412480" cy="685800"/>
          </a:xfrm>
          <a:prstGeom prst="rect">
            <a:avLst/>
          </a:prstGeom>
          <a:solidFill>
            <a:srgbClr val="11111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88920"/>
            <a:ext cx="45720" cy="685800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62072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28620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อย่าขอโทษ / อย่า Hedge ใน Prompt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136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'Be direct. Don't apologize or add disclaimers.' Claude จะตอบตรงๆ ไม่อ้อมค้อม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971800"/>
            <a:ext cx="2103120" cy="274320"/>
          </a:xfrm>
          <a:prstGeom prst="rect">
            <a:avLst/>
          </a:prstGeom>
          <a:solidFill>
            <a:srgbClr val="0E0E12"/>
          </a:solidFill>
          <a:ln w="9525">
            <a:solidFill>
              <a:srgbClr val="1A1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DIRECTNESS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3529584"/>
            <a:ext cx="8412480" cy="685800"/>
          </a:xfrm>
          <a:prstGeom prst="rect">
            <a:avLst/>
          </a:prstGeom>
          <a:solidFill>
            <a:srgbClr val="11111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529584"/>
            <a:ext cx="45720" cy="6858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02736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97280" y="36027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Extended Thinking กับโจทย์ยาก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877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Extended Thinking mode (Pro+) สำหรับ strategy, math, code review — ลึกกว่ามาก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712464"/>
            <a:ext cx="2103120" cy="274320"/>
          </a:xfrm>
          <a:prstGeom prst="rect">
            <a:avLst/>
          </a:prstGeom>
          <a:solidFill>
            <a:srgbClr val="0E0E12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712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FEATURE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4270248"/>
            <a:ext cx="8412480" cy="685800"/>
          </a:xfrm>
          <a:prstGeom prst="rect">
            <a:avLst/>
          </a:prstGeom>
          <a:solidFill>
            <a:srgbClr val="111118"/>
          </a:solidFill>
          <a:ln w="12700">
            <a:solidFill>
              <a:srgbClr val="1A1A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270248"/>
            <a:ext cx="45720" cy="6858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343400"/>
            <a:ext cx="502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97280" y="4343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URL ให้ Claude อ่านแทน Copy-paste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7280" y="4617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URL ใน chat แล้วบอก 'อ่านหน้านี้แล้ว...' Claude ดึง content มาวิเคราะห์ได้เลย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4453128"/>
            <a:ext cx="2103120" cy="274320"/>
          </a:xfrm>
          <a:prstGeom prst="rect">
            <a:avLst/>
          </a:prstGeom>
          <a:solidFill>
            <a:srgbClr val="0E0E12"/>
          </a:solidFill>
          <a:ln w="9525">
            <a:solidFill>
              <a:srgbClr val="FF5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453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FETCH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5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Cheat Sheet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สูตรสำเร็จที่ควรจำ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PROMPT CHEAT SHEET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41148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97480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วิธีใช้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92240" y="548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เหมาะกับ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768096"/>
          </a:xfrm>
          <a:prstGeom prst="rect">
            <a:avLst/>
          </a:prstGeom>
          <a:solidFill>
            <a:srgbClr val="F0EBE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5720" cy="768096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as [role]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 Claude สวม role เฉพาะทาง เช่น 'Act as senior data scientist' เพื่อรับมุมมองผู้เชี่ยวชาญ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10972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ขอความเห็น / วิเคราะห์เชิงลึก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8412480" cy="768096"/>
          </a:xfrm>
          <a:prstGeom prst="rect">
            <a:avLst/>
          </a:prstGeom>
          <a:solidFill>
            <a:srgbClr val="FAF5EC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01368"/>
            <a:ext cx="45720" cy="76809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9280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 by step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189280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บังคับแสดง reasoning ทีละขั้น ไม่ด่วนสรุป ลดโอกาสผิดพลาดใน logic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189280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code debugging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768096"/>
          </a:xfrm>
          <a:prstGeom prst="rect">
            <a:avLst/>
          </a:prstGeom>
          <a:solidFill>
            <a:srgbClr val="F0EBE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96896"/>
            <a:ext cx="45720" cy="768096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8833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are examples: [A→B]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268833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ให้ตัวอย่าง input/output 2-3 ชิ้น แล้วถามของจริง Claude จะ pattern-match ได้เป๊ะ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268833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content ที่ต้องการ format แน่นอน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8412480" cy="768096"/>
          </a:xfrm>
          <a:prstGeom prst="rect">
            <a:avLst/>
          </a:prstGeom>
          <a:solidFill>
            <a:srgbClr val="FAF5EC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45720" cy="768096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8386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Critique then improve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48386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 Claude วิจารณ์งานตัวเองก่อน แล้วทำ version ใหม่ที่แก้จุดอ่อน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48386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code 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87952"/>
            <a:ext cx="8412480" cy="768096"/>
          </a:xfrm>
          <a:prstGeom prst="rect">
            <a:avLst/>
          </a:prstGeom>
          <a:solidFill>
            <a:srgbClr val="F0EBE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87952"/>
            <a:ext cx="45720" cy="768096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7939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would [X] say?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97480" y="42793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'What would a skeptical investor say?' — ได้มุมมองที่หลากหลาย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27939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ทดสอบไอเดีย / business plan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PROMPT CHEAT SHEET (ต่อ)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411480"/>
          </a:xfrm>
          <a:prstGeom prst="rect">
            <a:avLst/>
          </a:prstGeom>
          <a:solidFill>
            <a:srgbClr val="0E0E12"/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97480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วิธีใช้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92240" y="548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เหมาะกับ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768096"/>
          </a:xfrm>
          <a:prstGeom prst="rect">
            <a:avLst/>
          </a:prstGeom>
          <a:solidFill>
            <a:srgbClr val="F0EBE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5720" cy="768096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Rubber duck debug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'I'll explain my problem. Don't solve it — ask questions until I figure it out'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10972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Problem-solving, code bugs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8412480" cy="768096"/>
          </a:xfrm>
          <a:prstGeom prst="rect">
            <a:avLst/>
          </a:prstGeom>
          <a:solidFill>
            <a:srgbClr val="FAF5EC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01368"/>
            <a:ext cx="45720" cy="76809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9280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F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then Q&amp;A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189280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ให้สรุปก่อน แล้ว 'Now I'll ask specific questions' — ประหยัด context window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189280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อ่านเอกสารยาว, research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768096"/>
          </a:xfrm>
          <a:prstGeom prst="rect">
            <a:avLst/>
          </a:prstGeom>
          <a:solidFill>
            <a:srgbClr val="F0EBE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96896"/>
            <a:ext cx="45720" cy="768096"/>
          </a:xfrm>
          <a:prstGeom prst="rect">
            <a:avLst/>
          </a:prstGeom>
          <a:solidFill>
            <a:srgbClr val="FF3C78"/>
          </a:solidFill>
          <a:ln w="12700">
            <a:solidFill>
              <a:srgbClr val="FF3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8833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3 options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268833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'Give 3 approaches: conservative, balanced, and bold' — ไม่ต้อง retry หลายรอบ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268833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ตัดสินใจ, creative work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8412480" cy="768096"/>
          </a:xfrm>
          <a:prstGeom prst="rect">
            <a:avLst/>
          </a:prstGeom>
          <a:solidFill>
            <a:srgbClr val="FAF5EC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45720" cy="768096"/>
          </a:xfrm>
          <a:prstGeom prst="rect">
            <a:avLst/>
          </a:prstGeom>
          <a:solidFill>
            <a:srgbClr val="1A1AFF"/>
          </a:solidFill>
          <a:ln w="12700">
            <a:solidFill>
              <a:srgbClr val="1A1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8386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ELI5 / ELI-PhD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48386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Like I'm 5 หรือ 'assume I have a PhD in this field' — ปรับระดับความลึก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48386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เรียนรู้หัวข้อใหม่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87952"/>
            <a:ext cx="8412480" cy="768096"/>
          </a:xfrm>
          <a:prstGeom prst="rect">
            <a:avLst/>
          </a:prstGeom>
          <a:solidFill>
            <a:srgbClr val="F0EBE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87952"/>
            <a:ext cx="45720" cy="768096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7939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[JSON/table]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97480" y="42793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0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 output format ตรงๆ เช่น 'Respond only as JSON. No explanation.' ง่ายต่อ automation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27939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automation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0E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6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0E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</a:t>
            </a:r>
            <a:endParaRPr lang="en-US" sz="6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0E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457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สรุป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เทคนิคขั้นสูง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8F1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94360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383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3C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943600" y="3639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 2026 · Tips compiled from Anthropic docs &amp; Claude power users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973</Words>
  <Application>Microsoft Office PowerPoint</Application>
  <PresentationFormat>นำเสนอทางหน้าจอ (16:9)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Tips &amp; Tricks</dc:title>
  <dc:subject>PptxGenJS Presentation</dc:subject>
  <dc:creator>PptxGenJS</dc:creator>
  <cp:lastModifiedBy>UDH</cp:lastModifiedBy>
  <cp:revision>2</cp:revision>
  <dcterms:created xsi:type="dcterms:W3CDTF">2026-02-27T02:21:11Z</dcterms:created>
  <dcterms:modified xsi:type="dcterms:W3CDTF">2026-02-27T02:27:29Z</dcterms:modified>
</cp:coreProperties>
</file>